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7" d="100"/>
          <a:sy n="197" d="100"/>
        </p:scale>
        <p:origin x="163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65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3F"/>
          </a:solidFill>
          <a:ln w="12700">
            <a:solidFill>
              <a:srgbClr val="1F6F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65760" y="6473952"/>
            <a:ext cx="11430000" cy="9144"/>
          </a:xfrm>
          <a:prstGeom prst="rect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+ Awan Saya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92640" y="65105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49808" y="11247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3F"/>
                </a:solidFill>
              </a:rPr>
              <a:t>Executive overview for IT leadership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Tela + Awan Saya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487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remote access without VPN friction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E6D8"/>
            </a:solidFill>
            <a:prstDash val="solid"/>
          </a:ln>
          <a:effectLst>
            <a:outerShdw blurRad="12700" dist="50800" dir="2700000" algn="bl" rotWithShape="0">
              <a:srgbClr val="D1D5DB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35387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</a:t>
            </a: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connectivity fabric
</a:t>
            </a:r>
            <a:r>
              <a:rPr lang="en-US" sz="18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Awan Saya</a:t>
            </a: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platform layer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55448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teams need access to systems that are private, segmented, and locked down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approaches often mean too much network access or too much operational overhead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provides narrow access to specific TCP services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Awan Saya adds multi-hub visibility, discovery, access control, and onboarding on top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simpler remote access, smaller blast radius, less VPN friction.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64592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are distributed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is behind NAT and firewalls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endpoints often block admin installs, drivers, and TUN devices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 want least privilege, not flat network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remote access is slow to roll out and hard to control.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existing approaches fall short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955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Network-first tools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722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819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VPNs / mesh VPNs — often require admin rights, drivers, or broad network trust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Bastions / jump hosts — add infrastructure and create choke points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tunnels — great for web apps, awkward for raw TCP services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ZT platforms — powerful, but often heavy and expensive for small or mid-sized teams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Tela in one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gives users secure access to TCP services without requiring a traditional VPN.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encrypted userspace </a:t>
            </a:r>
            <a:r>
              <a:rPr lang="en-US" sz="18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WireGuard</a:t>
            </a: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tunnel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relays ciphertext only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and agent are both outbound-only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admin privileges or TUN devices required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tools keep working through localhost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534924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E8F3EC"/>
          </a:solidFill>
          <a:ln w="12700">
            <a:solidFill>
              <a:srgbClr val="D4E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551383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→ localhost → tela → hub → telad → target service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Tela is different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69164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Zero-install, no-admin client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Protocol-agnostic TCP tunneling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Outbound-only connectivity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encryption through a blind relay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Single-binary, lightweight deployment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combination is what makes Tela practical in locked-down environments.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it fits best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6916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access to staging or production systems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Bastion replacement for SSH, RDP, and database access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 / IT support for customer environments behind NAT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and edge deployments in networks you do not control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labs / classrooms without VPN rollout overhead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955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supported patterns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722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819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surface stays small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agent — telad runs on each managed machine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/ bridge agent — telad runs on a gateway that can reach internal targets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only the specific service ports you want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exposing an entire subnet or network segment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6916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Encryption: end-to-end </a:t>
            </a:r>
            <a:r>
              <a:rPr lang="en-US" sz="20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WireGuard</a:t>
            </a: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tunnel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Exposure: outbound-only from both sides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Authentication: token-based today; rotate and manage as secrets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Segmentation: one hub per environment, site, or customer is straightforward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Auditability: hubs expose connection history and status APIs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leadership: less network exposure, tighter scope, easier review.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Awan Saya’s role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is the engine. Awan Saya adds the platform features around it: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0515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Multi-hub dashboard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 directory and name resolution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onboarding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view of machines, services, and sessions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for centralized auth and RBAC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Analogy: Tela : Awan Saya :: git : GitHub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platform changes for users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955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platform layer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722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819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Awan Saya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to know specific hub URLs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is manual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Multi-hub visibility is fragmented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log in once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 can be discovered by name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dashboard shows fleet-wide status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Adoption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955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narrow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172200" y="14173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281928" y="1463040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value, then scale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hub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team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or three services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access setup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inbound firewall changes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blast radius than VPN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hub per environment, site, or customer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Awan Saya for centralized visibility and discovery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first pilot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41248" y="1508760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access to staging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bastion replacement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MSP support into customer networks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E8F3EC"/>
          </a:solidFill>
          <a:ln w="1270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281928" y="150876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success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onboard a user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inbound rules avoided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to reach a target machine or service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 of who connected and when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1737360"/>
            <a:ext cx="10515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up a hub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reachability and audit endpoints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one or two target services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a small </a:t>
            </a:r>
            <a:r>
              <a:rPr lang="en-US" sz="200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group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Awan Saya when multi-hub discovery and visibility become useful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move from ad hoc remote access to a repeatable connectivity fabric + platform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710</Words>
  <Application>Microsoft Office PowerPoint</Application>
  <PresentationFormat>Widescreen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Parks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Tela + Awan Saya — Secure Remote Access Without VPN</dc:title>
  <dc:subject>Tela + Awan Saya executive overview</dc:subject>
  <dc:creator>GitHub Copilot</dc:creator>
  <cp:lastModifiedBy>Paul Parks</cp:lastModifiedBy>
  <cp:revision>2</cp:revision>
  <dcterms:created xsi:type="dcterms:W3CDTF">2026-03-06T03:10:24Z</dcterms:created>
  <dcterms:modified xsi:type="dcterms:W3CDTF">2026-03-06T04:04:39Z</dcterms:modified>
</cp:coreProperties>
</file>